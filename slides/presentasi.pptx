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95728"/>
            <a:ext cx="1371600" cy="68580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1B2533"/>
                </a:solidFill>
                <a:latin typeface="Arial"/>
              </a:rPr>
              <a:t>Schema Migration di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374451"/>
                </a:solidFill>
                <a:latin typeface="Arial"/>
              </a:rPr>
              <a:t>Falahudin Halim Shariski</a:t>
            </a:r>
            <a:r>
              <a:rPr sz="1700" b="0">
                <a:solidFill>
                  <a:srgbClr val="374451"/>
                </a:solidFill>
                <a:latin typeface="Arial"/>
              </a:rPr>
              <a:t> — Technical Lead, AIG Nusa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455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374451"/>
                </a:solidFill>
                <a:latin typeface="Arial"/>
              </a:rPr>
              <a:t>HiColleagues Sharing Session Vol. 07 · 11 Agustus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Repo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Semua kode dan demo ada di: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394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70" b="1">
                <a:solidFill>
                  <a:srgbClr val="00ADD8"/>
                </a:solidFill>
                <a:latin typeface="Courier New"/>
              </a:rPr>
              <a:t>github.com/shariski/go-migration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558668"/>
            <a:ext cx="10637215" cy="68986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make up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make demo-gorm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Masalah yang mau diselesaikan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Struktur database berbeda-beda antar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Di lokal kolomnya ada. Di staging ada. Di production nggak 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45003"/>
            <a:ext cx="10637215" cy="471931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ERROR: column "phone_number" of relation "users" does not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36391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Penyebabnya bukan SQL-nya salah, tapi nggak ada catatan SQL mana yang sudah dijalankan di server 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Apa itu schema migration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Version control untuk struktur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Setiap perubahan struktur jadi satu file, punya nomor urut, dan tercatat mana yang sudah dijalankan di 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Yang diselesaikan schema migration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374451"/>
                </a:solidFill>
                <a:latin typeface="Arial"/>
              </a:rPr>
              <a:t>Reproducible</a:t>
            </a:r>
            <a:r>
              <a:rPr sz="1700" b="0">
                <a:solidFill>
                  <a:srgbClr val="374451"/>
                </a:solidFill>
                <a:latin typeface="Arial"/>
              </a:rPr>
              <a:t> — database baru bisa dibangun ulang dari nol, hasilnya sama.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374451"/>
                </a:solidFill>
                <a:latin typeface="Arial"/>
              </a:rPr>
              <a:t>Kolaborasi</a:t>
            </a:r>
            <a:r>
              <a:rPr sz="1700" b="0">
                <a:solidFill>
                  <a:srgbClr val="374451"/>
                </a:solidFill>
                <a:latin typeface="Arial"/>
              </a:rPr>
              <a:t> — tarik kode, jalankan migration, struktur langsung sinkron.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45003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374451"/>
                </a:solidFill>
                <a:latin typeface="Arial"/>
              </a:rPr>
              <a:t>Otomatis</a:t>
            </a:r>
            <a:r>
              <a:rPr sz="1700" b="0">
                <a:solidFill>
                  <a:srgbClr val="374451"/>
                </a:solidFill>
                <a:latin typeface="Arial"/>
              </a:rPr>
              <a:t> — CI/CD bisa menjalankan sendiri.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1121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374451"/>
                </a:solidFill>
                <a:latin typeface="Arial"/>
              </a:rPr>
              <a:t>Jejak perubahan</a:t>
            </a:r>
            <a:r>
              <a:rPr sz="1700" b="0">
                <a:solidFill>
                  <a:srgbClr val="374451"/>
                </a:solidFill>
                <a:latin typeface="Arial"/>
              </a:rPr>
              <a:t> — bisa dilacak kolom ini kapan dan kenapa ditambahkan.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Cara konvensional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File SQL dikumpulkan di satu folder, dijalankan manual.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08885"/>
            <a:ext cx="10637215" cy="13436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migrations/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create_users.sql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add_phone.sql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fix_email_index.sql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add_phone_v2.sql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72001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Koordinasinya lewat chat atau dokumen.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Kenapa cara konvensional gagal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Yang menyimpan state-nya ingatan manusia.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141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Nggak ada catatan mana yang sudah dijalankan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Urutan eksekusi ambigu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Dijalankan dua kali bisa error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Setup lokal untuk anggota tim baru jadi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08070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File SQL-nya sendiri sudah benar. Yang nggak ada itu pencatatnya.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GORM AutoMigrate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GORM adalah ORM yang paling banyak dipakai di Go.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08885"/>
            <a:ext cx="10637215" cy="471931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db.AutoMigrate(&amp;User{})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00274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Struktur tabel disesuaikan dengan struct.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Cara kerja AutoMigrate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141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1.  </a:t>
            </a:r>
            <a:r>
              <a:rPr sz="1700" b="0">
                <a:solidFill>
                  <a:srgbClr val="374451"/>
                </a:solidFill>
                <a:latin typeface="Arial"/>
              </a:rPr>
              <a:t>Baca struct pakai reflection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2.  </a:t>
            </a:r>
            <a:r>
              <a:rPr sz="1700" b="0">
                <a:solidFill>
                  <a:srgbClr val="374451"/>
                </a:solidFill>
                <a:latin typeface="Arial"/>
              </a:rPr>
              <a:t>Query ke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information_schema</a:t>
            </a:r>
            <a:r>
              <a:rPr sz="1700" b="0">
                <a:solidFill>
                  <a:srgbClr val="374451"/>
                </a:solidFill>
                <a:latin typeface="Arial"/>
              </a:rPr>
              <a:t> untuk tahu kolom yang ada sekarang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3.  </a:t>
            </a:r>
            <a:r>
              <a:rPr sz="1700" b="0">
                <a:solidFill>
                  <a:srgbClr val="374451"/>
                </a:solidFill>
                <a:latin typeface="Arial"/>
              </a:rPr>
              <a:t>Bandingkan keduanya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4.  </a:t>
            </a:r>
            <a:r>
              <a:rPr sz="1700" b="0">
                <a:solidFill>
                  <a:srgbClr val="374451"/>
                </a:solidFill>
                <a:latin typeface="Arial"/>
              </a:rPr>
              <a:t>Generate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ALTER TABLE</a:t>
            </a:r>
            <a:r>
              <a:rPr sz="1700" b="0">
                <a:solidFill>
                  <a:srgbClr val="374451"/>
                </a:solidFill>
                <a:latin typeface="Arial"/>
              </a:rPr>
              <a:t> untuk yang belum 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71952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Perbandingan di langkah 3 cuma satu arah: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608070"/>
            <a:ext cx="41148" cy="280670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3608070"/>
            <a:ext cx="10436047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 i="1">
                <a:solidFill>
                  <a:srgbClr val="1B2533"/>
                </a:solidFill>
                <a:latin typeface="Arial"/>
              </a:rPr>
              <a:t>Field mana di struct yang belum ada di tabel?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4418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Pertanyaan kebalikannya nggak pernah ditanyakan.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Demo: perubahan struct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77952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// Sebelum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type User struct {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ID    uint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Name  string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Email string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Phone string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571748"/>
            <a:ext cx="10637215" cy="177952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// Sesudah — Phone dihapus, Name diganti FullName, Age ditambah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type User struct {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ID       uint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FullName string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Email    string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Age      int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SQL yang dijalankan GORM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8986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ALTER TABLE "users" ADD "full_name" text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ALTER TABLE "users" ADD "age" bigint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208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Hanya dua statement. Nggak ada error dan nggak ada warning.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Hasil di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99745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Column   |  Type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------------+--------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id         | bigint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name       | text     &lt;- masih ada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email      | text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phone      | text     &lt;- masih ada, padahal sudah dihapus dari struct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full_name  | text     &lt;- kolom baru, kosong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age        | bigint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789680"/>
            <a:ext cx="10637215" cy="1125728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id |     name     | full_name |   phone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----+--------------+-----------+-----------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1 | Budi Santoso |           | 0812-1111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2 | Siti Rahayu  |           | 0813-2222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34864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Data lama tetap di kolom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name</a:t>
            </a:r>
            <a:r>
              <a:rPr sz="1700" b="0">
                <a:solidFill>
                  <a:srgbClr val="374451"/>
                </a:solidFill>
                <a:latin typeface="Arial"/>
              </a:rPr>
              <a:t>, yang di kode sudah nggak 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Batasan AutoMigrate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82495"/>
          <a:ext cx="10637215" cy="29159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8"/>
              </a:tblGrid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533"/>
                          </a:solidFill>
                          <a:latin typeface="Arial"/>
                        </a:rPr>
                        <a:t>Operasi</a:t>
                      </a:r>
                    </a:p>
                  </a:txBody>
                  <a:tcPr marL="118872" marR="118872" marT="36576" marB="36576" anchor="ctr">
                    <a:solidFill>
                      <a:srgbClr val="E8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533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118872" marR="118872" marT="36576" marB="36576" anchor="ctr">
                    <a:solidFill>
                      <a:srgbClr val="E8F6FA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Tambah kolom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Bisa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Drop kolom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Nggak pernah dilakukan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Rename kolom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Bikin kolom baru, data lama ditinggal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Ubah tipe data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Terbatas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Backfill data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Nggak ditangani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Rollback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Nggak ada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Catatan versi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Nggak ada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Konsekuensi paling besar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AutoMigrate nggak menyimpan versi.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Pertanyaan </a:t>
            </a:r>
            <a:r>
              <a:rPr sz="1700" b="0" i="1">
                <a:solidFill>
                  <a:srgbClr val="374451"/>
                </a:solidFill>
                <a:latin typeface="Arial"/>
              </a:rPr>
              <a:t>"production sekarang di schema versi berapa?"</a:t>
            </a:r>
            <a:r>
              <a:rPr sz="1700" b="0">
                <a:solidFill>
                  <a:srgbClr val="374451"/>
                </a:solidFill>
                <a:latin typeface="Arial"/>
              </a:rPr>
              <a:t> nggak bisa dijawab, karena nggak ada yang mencatat.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Posisi AutoMigrate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AutoMigrate bukan migration system, tapi schema sync-er.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Cocok untuk prototyping lokal, test fixture, dan project yang datanya boleh hilang.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45003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Masalah muncul ketika dipakai untuk hal yang di luar cakupannya.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golang-migrate: struktur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Satu perubahan terdiri dari dua file.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08885"/>
            <a:ext cx="10637215" cy="177952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migrations/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000001_create_users.up.sql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000001_create_users.down.sql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000002_add_phone_to_users.up.sql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000002_add_phone_to_users.down.sql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000003_split_user_name.up.sql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000003_split_user_name.down.sql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07866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Nomor urut di depan menentukan urutan eksekusi.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Perintah dasar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125728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migrate up              # jalankan semua yang belum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migrate down 1          # mundur satu langkah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migrate version         # cek versi sekarang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migrate force 3         # set versi secara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Tabel schema_migrations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471931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SELECT * FROM schema_migrations;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64156"/>
            <a:ext cx="10637215" cy="90779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version | dirty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---------+-------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      4 |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91408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Dua kolom.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version</a:t>
            </a:r>
            <a:r>
              <a:rPr sz="1700" b="0">
                <a:solidFill>
                  <a:srgbClr val="374451"/>
                </a:solidFill>
                <a:latin typeface="Arial"/>
              </a:rPr>
              <a:t> adalah migration terakhir yang berhasil,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dirty</a:t>
            </a:r>
            <a:r>
              <a:rPr sz="1700" b="0">
                <a:solidFill>
                  <a:srgbClr val="374451"/>
                </a:solidFill>
                <a:latin typeface="Arial"/>
              </a:rPr>
              <a:t> menandakan ada migration yang gagal di tengah.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08196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Ini seluruh state yang disimpan golang-migrate.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Kolom dirty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Urutan yang dilakukan setiap menjalankan satu migration: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10622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1.  </a:t>
            </a:r>
            <a:r>
              <a:rPr sz="1700" b="0">
                <a:solidFill>
                  <a:srgbClr val="374451"/>
                </a:solidFill>
                <a:latin typeface="Arial"/>
              </a:rPr>
              <a:t>Tulis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version = N</a:t>
            </a:r>
            <a:r>
              <a:rPr sz="1700" b="0">
                <a:solidFill>
                  <a:srgbClr val="374451"/>
                </a:solidFill>
                <a:latin typeface="Arial"/>
              </a:rPr>
              <a:t>,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dirty = true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2.  </a:t>
            </a:r>
            <a:r>
              <a:rPr sz="1700" b="0">
                <a:solidFill>
                  <a:srgbClr val="374451"/>
                </a:solidFill>
                <a:latin typeface="Arial"/>
              </a:rPr>
              <a:t>Jalankan SQL-nya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3.  </a:t>
            </a:r>
            <a:r>
              <a:rPr sz="1700" b="0">
                <a:solidFill>
                  <a:srgbClr val="374451"/>
                </a:solidFill>
                <a:latin typeface="Arial"/>
              </a:rPr>
              <a:t>Kalau berhasil, set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dirty = false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53994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Kalau langkah 2 gagal,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dirty</a:t>
            </a:r>
            <a:r>
              <a:rPr sz="1700" b="0">
                <a:solidFill>
                  <a:srgbClr val="374451"/>
                </a:solidFill>
                <a:latin typeface="Arial"/>
              </a:rPr>
              <a:t> tetap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true</a:t>
            </a:r>
            <a:r>
              <a:rPr sz="1700" b="0">
                <a:solidFill>
                  <a:srgbClr val="374451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90112"/>
            <a:ext cx="10637215" cy="471931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MIGRATION GAGAL: Dirty database version 2. Fix and force 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1500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golang-migrate menolak jalan lagi sampai diperbaiki manual.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Contoh migration yang bikin dirty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471931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ALTER TABLE orders ADD COLUMN status TEXT NOT NULL;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64156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Postgres harus mengisi nilai untuk semua baris yang sudah ada. Tanpa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DEFAULT</a:t>
            </a:r>
            <a:r>
              <a:rPr sz="1700" b="0">
                <a:solidFill>
                  <a:srgbClr val="374451"/>
                </a:solidFill>
                <a:latin typeface="Arial"/>
              </a:rPr>
              <a:t>, yang bisa diisi cuma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NULL</a:t>
            </a:r>
            <a:r>
              <a:rPr sz="1700" b="0">
                <a:solidFill>
                  <a:srgbClr val="374451"/>
                </a:solidFill>
                <a:latin typeface="Arial"/>
              </a:rPr>
              <a:t>, padahal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NOT NULL</a:t>
            </a:r>
            <a:r>
              <a:rPr sz="1700" b="0">
                <a:solidFill>
                  <a:srgbClr val="374451"/>
                </a:solidFill>
                <a:latin typeface="Arial"/>
              </a:rPr>
              <a:t> melarang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NULL</a:t>
            </a:r>
            <a:r>
              <a:rPr sz="1700" b="0">
                <a:solidFill>
                  <a:srgbClr val="374451"/>
                </a:solidFill>
                <a:latin typeface="Arial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3090672"/>
          <a:ext cx="10637215" cy="109346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8"/>
              </a:tblGrid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533"/>
                          </a:solidFill>
                          <a:latin typeface="Arial"/>
                        </a:rPr>
                        <a:t>Isi tabel</a:t>
                      </a:r>
                    </a:p>
                  </a:txBody>
                  <a:tcPr marL="118872" marR="118872" marT="36576" marB="36576" anchor="ctr">
                    <a:solidFill>
                      <a:srgbClr val="E8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533"/>
                          </a:solidFill>
                          <a:latin typeface="Arial"/>
                        </a:rPr>
                        <a:t>Hasil</a:t>
                      </a:r>
                    </a:p>
                  </a:txBody>
                  <a:tcPr marL="118872" marR="118872" marT="36576" marB="36576" anchor="ctr">
                    <a:solidFill>
                      <a:srgbClr val="E8F6FA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0 baris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Berhasil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Ada isinya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Gagal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403598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Database lokal dan CI biasanya kosong, production nggak. Karena itu kesalahan ini sering baru ketahuan di 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386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Perbaikannya: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... NOT NULL DEFAULT 'pending'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Advisory 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Kalau beberapa pod deploy bersamaan, semuanya akan mencoba menjalankan migration.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golang-migrate mengambil advisory lock di Postgres, sehingga hanya satu proses yang jalan dan sisanya menunggu.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Embed migration ke binary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8986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//go:embed migrations/*.sql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var migrationFiles embed.FS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2088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Migration ikut masuk ke dalam binary, jadi deploy cukup mengirim satu file dan nggak perlu memastikan folder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migrations/</a:t>
            </a:r>
            <a:r>
              <a:rPr sz="1700" b="0">
                <a:solidFill>
                  <a:srgbClr val="374451"/>
                </a:solidFill>
                <a:latin typeface="Arial"/>
              </a:rPr>
              <a:t> ikut terbawa.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Batasan down migration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Down migration nggak membatalkan apa pun. Dia cuma menjalankan SQL yang kita tulis sendiri di file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.down.sql</a:t>
            </a:r>
            <a:r>
              <a:rPr sz="1700" b="0">
                <a:solidFill>
                  <a:srgbClr val="374451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955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Jadi dia cuma bisa mengembalikan informasi yang masih tersimpan di tempat lain di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25673"/>
            <a:ext cx="10637215" cy="13436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-- 000002_add_phone_to_users.up.sql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ALTER TABLE users ADD COLUMN phone TEXT;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 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-- 000002_add_phone_to_users.down.sql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ALTER TABLE users DROP COLUMN phone;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88790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Nggak ada kolom lain yang menyimpan nomor HP. Rollback ke versi ini menghapus datanya permanen —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up</a:t>
            </a:r>
            <a:r>
              <a:rPr sz="1700" b="0">
                <a:solidFill>
                  <a:srgbClr val="374451"/>
                </a:solidFill>
                <a:latin typeface="Arial"/>
              </a:rPr>
              <a:t> lagi, kolomnya kembali dalam keadaan kosong.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0557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30" b="0">
                <a:solidFill>
                  <a:srgbClr val="374451"/>
                </a:solidFill>
                <a:latin typeface="Courier New"/>
              </a:rPr>
              <a:t>make demo-rollback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Kasus yang kelihatan berhasil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Di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000004</a:t>
            </a:r>
            <a:r>
              <a:rPr sz="1700" b="0">
                <a:solidFill>
                  <a:srgbClr val="374451"/>
                </a:solidFill>
                <a:latin typeface="Arial"/>
              </a:rPr>
              <a:t> kolom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name</a:t>
            </a:r>
            <a:r>
              <a:rPr sz="1700" b="0">
                <a:solidFill>
                  <a:srgbClr val="374451"/>
                </a:solidFill>
                <a:latin typeface="Arial"/>
              </a:rPr>
              <a:t> dihapus, dan file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.down.sql</a:t>
            </a:r>
            <a:r>
              <a:rPr sz="1700" b="0">
                <a:solidFill>
                  <a:srgbClr val="374451"/>
                </a:solidFill>
                <a:latin typeface="Arial"/>
              </a:rPr>
              <a:t>-nya menyusun ulang dari kolom lain: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08885"/>
            <a:ext cx="10637215" cy="68986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ALTER TABLE users ADD COLUMN name TEXT;</a:t>
            </a:r>
          </a:p>
          <a:p>
            <a:pPr algn="l">
              <a:lnSpc>
                <a:spcPct val="106000"/>
              </a:lnSpc>
            </a:pPr>
            <a:r>
              <a:rPr sz="1300">
                <a:solidFill>
                  <a:srgbClr val="1B2733"/>
                </a:solidFill>
                <a:latin typeface="Courier New"/>
              </a:rPr>
              <a:t>UPDATE users SET name = concat_ws(' ', first_name, last_name);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18205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Ini memang berhasil. Tapi bukan karena down migration bisa mengembalikan data — melainkan karena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000003</a:t>
            </a:r>
            <a:r>
              <a:rPr sz="1700" b="0">
                <a:solidFill>
                  <a:srgbClr val="374451"/>
                </a:solidFill>
                <a:latin typeface="Arial"/>
              </a:rPr>
              <a:t> sengaja menyimpan informasi yang sama di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first_name</a:t>
            </a:r>
            <a:r>
              <a:rPr sz="1700" b="0">
                <a:solidFill>
                  <a:srgbClr val="374451"/>
                </a:solidFill>
                <a:latin typeface="Arial"/>
              </a:rPr>
              <a:t> dan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last_name</a:t>
            </a:r>
            <a:r>
              <a:rPr sz="1700" b="0">
                <a:solidFill>
                  <a:srgbClr val="374451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4993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Kalau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first_name</a:t>
            </a:r>
            <a:r>
              <a:rPr sz="1700" b="0">
                <a:solidFill>
                  <a:srgbClr val="374451"/>
                </a:solidFill>
                <a:latin typeface="Arial"/>
              </a:rPr>
              <a:t> sempat diubah user sebelum rollback, hasilnya jadi nilai baru yang kelihatan wajar tapi bukan data aslinya.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Kapan down migration berguna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Down migration cuma bisa mengembalikan informasi yang masih tersimpan di tempat lain di database. Dia menghitung ulang, bukan mengembalikan.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955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374451"/>
                </a:solidFill>
                <a:latin typeface="Arial"/>
              </a:rPr>
              <a:t>Di lokal</a:t>
            </a:r>
            <a:r>
              <a:rPr sz="1700" b="0">
                <a:solidFill>
                  <a:srgbClr val="374451"/>
                </a:solidFill>
                <a:latin typeface="Arial"/>
              </a:rPr>
              <a:t>, down berguna: salah bikin migration, mundur, perbaiki.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25673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374451"/>
                </a:solidFill>
                <a:latin typeface="Arial"/>
              </a:rPr>
              <a:t>Di production</a:t>
            </a:r>
            <a:r>
              <a:rPr sz="1700" b="0">
                <a:solidFill>
                  <a:srgbClr val="374451"/>
                </a:solidFill>
                <a:latin typeface="Arial"/>
              </a:rPr>
              <a:t>, lebih aman roll forward: bikin migration baru yang memperbaiki.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61791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Yang mengembalikan data saat darurat adalah backup, bukan file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.down.sql</a:t>
            </a:r>
            <a:r>
              <a:rPr sz="1700" b="0">
                <a:solidFill>
                  <a:srgbClr val="374451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Expand–contract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Perubahan dipecah jadi beberapa deploy terpisah.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10622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1.  </a:t>
            </a:r>
            <a:r>
              <a:rPr sz="1700" b="1">
                <a:solidFill>
                  <a:srgbClr val="374451"/>
                </a:solidFill>
                <a:latin typeface="Arial"/>
              </a:rPr>
              <a:t>Expand</a:t>
            </a:r>
            <a:r>
              <a:rPr sz="1700" b="0">
                <a:solidFill>
                  <a:srgbClr val="374451"/>
                </a:solidFill>
                <a:latin typeface="Arial"/>
              </a:rPr>
              <a:t> — tambah kolom baru dan isi datanya, kolom lama dibiarkan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2.  </a:t>
            </a:r>
            <a:r>
              <a:rPr sz="1700" b="1">
                <a:solidFill>
                  <a:srgbClr val="374451"/>
                </a:solidFill>
                <a:latin typeface="Arial"/>
              </a:rPr>
              <a:t>Migrate</a:t>
            </a:r>
            <a:r>
              <a:rPr sz="1700" b="0">
                <a:solidFill>
                  <a:srgbClr val="374451"/>
                </a:solidFill>
                <a:latin typeface="Arial"/>
              </a:rPr>
              <a:t> — update semua service supaya pakai kolom baru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3.  </a:t>
            </a:r>
            <a:r>
              <a:rPr sz="1700" b="1">
                <a:solidFill>
                  <a:srgbClr val="374451"/>
                </a:solidFill>
                <a:latin typeface="Arial"/>
              </a:rPr>
              <a:t>Contract</a:t>
            </a:r>
            <a:r>
              <a:rPr sz="1700" b="0">
                <a:solidFill>
                  <a:srgbClr val="374451"/>
                </a:solidFill>
                <a:latin typeface="Arial"/>
              </a:rPr>
              <a:t> — hapus kolom 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53994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Alasannya: saat migration jalan, kode versi lama masih hidup dan masih membaca kolom lama. Kalau langsung dihapus, request ke kode lama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0781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Contohnya ada di repo, migration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000003</a:t>
            </a:r>
            <a:r>
              <a:rPr sz="1700" b="0">
                <a:solidFill>
                  <a:srgbClr val="374451"/>
                </a:solidFill>
                <a:latin typeface="Arial"/>
              </a:rPr>
              <a:t> dan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000004</a:t>
            </a:r>
            <a:r>
              <a:rPr sz="1700" b="0">
                <a:solidFill>
                  <a:srgbClr val="374451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Inti dari migration runner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141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1.  </a:t>
            </a:r>
            <a:r>
              <a:rPr sz="1700" b="0">
                <a:solidFill>
                  <a:srgbClr val="374451"/>
                </a:solidFill>
                <a:latin typeface="Arial"/>
              </a:rPr>
              <a:t>Baca versi database sekarang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2.  </a:t>
            </a:r>
            <a:r>
              <a:rPr sz="1700" b="0">
                <a:solidFill>
                  <a:srgbClr val="374451"/>
                </a:solidFill>
                <a:latin typeface="Arial"/>
              </a:rPr>
              <a:t>Ambil file yang nomornya lebih besar dari versi itu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3.  </a:t>
            </a:r>
            <a:r>
              <a:rPr sz="1700" b="0">
                <a:solidFill>
                  <a:srgbClr val="374451"/>
                </a:solidFill>
                <a:latin typeface="Arial"/>
              </a:rPr>
              <a:t>Jalankan berurutan di dalam transaksi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4.  </a:t>
            </a:r>
            <a:r>
              <a:rPr sz="1700" b="0">
                <a:solidFill>
                  <a:srgbClr val="374451"/>
                </a:solidFill>
                <a:latin typeface="Arial"/>
              </a:rPr>
              <a:t>Update versinya di transaksi yang sama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71952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Langkah 3 dan 4 harus dalam satu transaksi, supaya nggak terjadi kondisi SQL-nya sudah jalan tapi versinya belum tercatat.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8740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Implementasi lengkapnya ada di repo: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03-mini-runner/</a:t>
            </a:r>
            <a:r>
              <a:rPr sz="1700" b="0">
                <a:solidFill>
                  <a:srgbClr val="374451"/>
                </a:solidFill>
                <a:latin typeface="Arial"/>
              </a:rPr>
              <a:t>, sekitar 90 baris.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Ringkasan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AutoMigrate adalah schema sync-er, bukan migration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Cocok untuk lokal, bukan untuk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3020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Migration tool menyimpan state yang sederhana.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1121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Satu tabel versi, file terurut, dan transaksi.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525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Down migration untuk lokal, production roll forward.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5335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Pemulihan data mengandalkan backup.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Praktik yang disarankan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1770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Jangan mengubah file migration yang sudah jalan di production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Kolom baru dibuat nullable atau diberi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DEFAULT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Jalankan migration sebelum deploy aplikasi, bukan bersamaan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Buat index dengan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CREATE INDEX CONCURRENTLY</a:t>
            </a:r>
            <a:r>
              <a:rPr sz="1700" b="0">
                <a:solidFill>
                  <a:srgbClr val="374451"/>
                </a:solidFill>
                <a:latin typeface="Arial"/>
              </a:rPr>
              <a:t> di tabel besar</a:t>
            </a:r>
          </a:p>
          <a:p>
            <a:pPr>
              <a:lnSpc>
                <a:spcPct val="128000"/>
              </a:lnSpc>
              <a:spcAft>
                <a:spcPts val="578"/>
              </a:spcAft>
            </a:pPr>
            <a:r>
              <a:rPr sz="1700" b="1">
                <a:solidFill>
                  <a:srgbClr val="00ADD8"/>
                </a:solidFill>
                <a:latin typeface="Arial"/>
              </a:rPr>
              <a:t>•   </a:t>
            </a:r>
            <a:r>
              <a:rPr sz="1700" b="0">
                <a:solidFill>
                  <a:srgbClr val="374451"/>
                </a:solidFill>
                <a:latin typeface="Arial"/>
              </a:rPr>
              <a:t>Backfill data adalah bagian dari migration, bukan langkah terpisah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Tool lain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82495"/>
          <a:ext cx="10637215" cy="18224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8"/>
              </a:tblGrid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533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118872" marR="118872" marT="36576" marB="36576" anchor="ctr">
                    <a:solidFill>
                      <a:srgbClr val="E8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533"/>
                          </a:solidFill>
                          <a:latin typeface="Arial"/>
                        </a:rPr>
                        <a:t>Catatan</a:t>
                      </a:r>
                    </a:p>
                  </a:txBody>
                  <a:tcPr marL="118872" marR="118872" marT="36576" marB="36576" anchor="ctr">
                    <a:solidFill>
                      <a:srgbClr val="E8F6FA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74451"/>
                          </a:solidFill>
                          <a:latin typeface="Arial"/>
                        </a:rPr>
                        <a:t>golang-migrate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Paling umum dipakai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74451"/>
                          </a:solidFill>
                          <a:latin typeface="Arial"/>
                        </a:rPr>
                        <a:t>goose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Serupa, migration bisa ditulis dengan Go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74451"/>
                          </a:solidFill>
                          <a:latin typeface="Arial"/>
                        </a:rPr>
                        <a:t>atlas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Deklaratif, SQL-nya digenerate dari deklarasi schema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448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74451"/>
                          </a:solidFill>
                          <a:latin typeface="Arial"/>
                        </a:rPr>
                        <a:t>GORM AutoMigrate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74451"/>
                          </a:solidFill>
                          <a:latin typeface="Arial"/>
                        </a:rPr>
                        <a:t>Lokal dan prototyping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95728"/>
            <a:ext cx="1371600" cy="68580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1B2533"/>
                </a:solidFill>
                <a:latin typeface="Arial"/>
              </a:rP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80" b="1">
                <a:solidFill>
                  <a:srgbClr val="00ADD8"/>
                </a:solidFill>
                <a:latin typeface="Courier New"/>
              </a:rPr>
              <a:t>github.com/shariski/go-migration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310128"/>
            <a:ext cx="10637215" cy="1461008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9525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55448" tIns="82296" bIns="82296"/>
          <a:lstStyle/>
          <a:p>
            <a:pPr algn="l">
              <a:lnSpc>
                <a:spcPct val="106000"/>
              </a:lnSpc>
            </a:pPr>
            <a:r>
              <a:rPr sz="1200">
                <a:solidFill>
                  <a:srgbClr val="1B2733"/>
                </a:solidFill>
                <a:latin typeface="Courier New"/>
              </a:rPr>
              <a:t>make up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1B2733"/>
                </a:solidFill>
                <a:latin typeface="Courier New"/>
              </a:rPr>
              <a:t>make demo-gorm        # AutoMigrate nggak drop kolom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1B2733"/>
                </a:solidFill>
                <a:latin typeface="Courier New"/>
              </a:rPr>
              <a:t>make demo-migrate     # isi tabel schema_migrations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1B2733"/>
                </a:solidFill>
                <a:latin typeface="Courier New"/>
              </a:rPr>
              <a:t>make demo-rollback    # batasan down migration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1B2733"/>
                </a:solidFill>
                <a:latin typeface="Courier New"/>
              </a:rPr>
              <a:t>make demo-dirty       # migration gagal di tengah</a:t>
            </a:r>
          </a:p>
          <a:p>
            <a:pPr algn="l">
              <a:lnSpc>
                <a:spcPct val="106000"/>
              </a:lnSpc>
            </a:pPr>
            <a:r>
              <a:rPr sz="1200">
                <a:solidFill>
                  <a:srgbClr val="1B2733"/>
                </a:solidFill>
                <a:latin typeface="Courier New"/>
              </a:rPr>
              <a:t>make demo-mini        # migration runner sederhana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5401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374451"/>
                </a:solidFill>
                <a:latin typeface="Arial"/>
              </a:rPr>
              <a:t>Falahudin Halim Shariski</a:t>
            </a:r>
            <a:r>
              <a:rPr sz="1700" b="0">
                <a:solidFill>
                  <a:srgbClr val="374451"/>
                </a:solidFill>
                <a:latin typeface="Arial"/>
              </a:rPr>
              <a:t> — Technical Lead, AIG Nusa Hub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Catatan tambahan untuk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Tabel dengan jutaan baris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8420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30" b="0">
                <a:solidFill>
                  <a:srgbClr val="374451"/>
                </a:solidFill>
                <a:latin typeface="Courier New"/>
              </a:rPr>
              <a:t>ADD COLUMN</a:t>
            </a:r>
            <a:r>
              <a:rPr sz="1700" b="0">
                <a:solidFill>
                  <a:srgbClr val="374451"/>
                </a:solidFill>
                <a:latin typeface="Arial"/>
              </a:rPr>
              <a:t> nullable atau dengan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DEFAULT</a:t>
            </a:r>
            <a:r>
              <a:rPr sz="1700" b="0">
                <a:solidFill>
                  <a:srgbClr val="374451"/>
                </a:solidFill>
                <a:latin typeface="Arial"/>
              </a:rPr>
              <a:t> nilai tetap di Postgres 11+ cepat, cuma mengubah metadata. Yang lama: bikin index tanpa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CONCURRENTLY</a:t>
            </a:r>
            <a:r>
              <a:rPr sz="1700" b="0">
                <a:solidFill>
                  <a:srgbClr val="374451"/>
                </a:solidFill>
                <a:latin typeface="Arial"/>
              </a:rPr>
              <a:t> dan ubah tipe kolom, karena tabelnya ditulis ulang.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ADD COLUMN NOT NULL</a:t>
            </a:r>
            <a:r>
              <a:rPr sz="1700" b="0">
                <a:solidFill>
                  <a:srgbClr val="374451"/>
                </a:solidFill>
                <a:latin typeface="Arial"/>
              </a:rPr>
              <a:t> tanpa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DEFAULT</a:t>
            </a:r>
            <a:r>
              <a:rPr sz="1700" b="0">
                <a:solidFill>
                  <a:srgbClr val="374451"/>
                </a:solidFill>
                <a:latin typeface="Arial"/>
              </a:rPr>
              <a:t> bukan lambat, tapi langsung gagal kalau tabelnya ada isinya.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34360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Migration dijalankan di 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42461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Lebih aman sebagai step terpisah sebelum deploy. Kalau dipanggil di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main()</a:t>
            </a:r>
            <a:r>
              <a:rPr sz="1700" b="0">
                <a:solidFill>
                  <a:srgbClr val="374451"/>
                </a:solidFill>
                <a:latin typeface="Arial"/>
              </a:rPr>
              <a:t>, semua pod menjalankan bersamaan dan mengandalkan advisory 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87265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Pindah dari AutoMigrate ke golang-migrate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95368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Dump schema yang sudah ada jadi </a:t>
            </a:r>
            <a:r>
              <a:rPr sz="1530" b="0">
                <a:solidFill>
                  <a:srgbClr val="374451"/>
                </a:solidFill>
                <a:latin typeface="Courier New"/>
              </a:rPr>
              <a:t>000001_init.up.sql</a:t>
            </a:r>
            <a:r>
              <a:rPr sz="1700" b="0">
                <a:solidFill>
                  <a:srgbClr val="374451"/>
                </a:solidFill>
                <a:latin typeface="Arial"/>
              </a:rPr>
              <a:t>, lanjutkan manual dari situ.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1B2533"/>
                </a:solidFill>
                <a:latin typeface="Arial"/>
              </a:rPr>
              <a:t>Catatan tambahan untuk Q&amp;A (2)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960120" cy="50292"/>
          </a:xfrm>
          <a:prstGeom prst="rect">
            <a:avLst/>
          </a:prstGeom>
          <a:solidFill>
            <a:srgbClr val="0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Seed data di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08885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Data referensi seperti daftar provinsi atau status order boleh. Data dummy sebaiknya nggak, karena ikut terbawa ke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53690"/>
            <a:ext cx="10637215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B2533"/>
                </a:solidFill>
                <a:latin typeface="Arial"/>
              </a:rPr>
              <a:t>Kenapa dirty nggak bisa pulih otomatis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61791"/>
            <a:ext cx="10637215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374451"/>
                </a:solidFill>
                <a:latin typeface="Arial"/>
              </a:rPr>
              <a:t>Tool nggak tahu SQL-nya sudah jalan sampai statement ke berapa. Di MySQL lebih rumit karena DDL memicu commit otomatis.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784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